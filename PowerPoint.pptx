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57" r:id="rId5"/>
    <p:sldId id="258" r:id="rId6"/>
    <p:sldId id="259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24E0-F8CF-9C42-7F78-842129A1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419E3-218D-A2CD-C312-F7000CD57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CF6D9-C1D8-E590-513D-D49D6345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BDB35-CAC2-7F3F-E6E0-C7B8D09B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12BA-8D03-944E-6ED8-8C8EB095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37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170C-C5A4-68CE-4F2A-5B2B260A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3BE1C-BF4A-0C91-DF9B-A58FA80BA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291D-7F3A-6EA3-3533-A897E24B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99396-A24D-8F44-653D-B96527B6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2278-131C-516F-386B-89625245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47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A653-D738-F3F2-B46E-6320167E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AA1F3-033C-CDA7-400C-17A6B3CEE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54EEA-6132-E380-2C81-9164EB46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4B609-97AB-8CDD-384C-D47F1711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1B76-E2E9-7F57-BFBC-6A3F9E14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923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EBD5-A7AB-821B-9D1F-596F99DD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3D889-49F6-3DC5-F135-9895B5316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48044-8DFD-F4FC-D8BC-A7FA5D3F1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9A953-22B7-1E25-FF73-1239635C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1EC58-55C2-717E-44BE-191998AE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7D35E-FC15-63C1-4694-B80545A6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347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4EC9-B1AC-C8E4-B936-86543161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A454E-DC36-4B2F-B25E-1AAE8A52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09681-31DB-35B2-6033-7A01DC8F0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9371E-7E89-533A-1832-3A580FDDF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DFB50-09E0-5989-5C8F-3C907E9D9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F5FA3-EEF0-2BA1-C983-5783CE33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ACB2A-2DC8-D7D1-F0DC-13F7DBFD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CB0E4-0BE3-58E5-DEF1-F6CF51AF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95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5773-4104-25C4-9956-1DFB0A29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3333D-072C-36D4-4293-AE27A4AE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8CAB-19C0-E524-DC91-4E1B9786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D7B8A-4663-0E3D-240A-E8E5BD19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94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EE8D2-F8BA-B3A3-E62A-4FAF2033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E7FF2-ACDB-24A3-91D6-D4F39A9F4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1E03F-9F5F-1825-F72A-CD83F72D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519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DAE8-96C2-8269-3181-C3D2AACB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3B6FC-69F4-0ED9-5F2E-DF98F4C8C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B730D-815B-F525-6E66-85981B001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716B7-158A-0228-2B77-A6896AA0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8F03E-D9ED-E80B-D08C-FCE619BC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4192F-B444-8E27-2EF8-3F25B362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70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60EB-2EBB-E926-76C0-50F83214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CB027-3837-21B4-8A30-14F30C1F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6A91C-D160-F86A-CFCA-DFA16ED73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32CF-26A7-10AC-D3E3-23949346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C1888-472F-332C-7A31-FC2F57FC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A37E2-DA97-AF34-F3DB-516FB462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13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C55C-808E-988D-0B52-011329E4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8A46A-9570-FF0B-CDFD-DF7170A22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BC4C1-9DE2-E4BA-73D4-3677FF08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11E07-FEB1-E4EC-094C-0D9AEC5A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1A39-A887-9F7A-2008-6FB3E65E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057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05F4C-1D54-4A58-0726-F33D13D26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3D813-87A7-0929-D753-F71F739C5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7D3A8-0D64-7BC3-436A-24706361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88D69-4686-7868-2A52-BF0203CE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7C058-1EA6-C24A-DCCB-5803D792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184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94D4D-A024-8436-C850-22EFD5EB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297E5-53FF-0B67-0C79-F7F32FDA6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88EA3-F262-7895-96E7-517BE58C4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C10D6-7048-4B03-AA16-72B07A748650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A09A-FE1F-4BF5-4341-A39DFA62B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91656-B400-9449-B3C7-BCAD0D5DB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ADB12-23C7-4990-9EFD-12E92C338E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54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86D731-0F46-9EB9-542B-82D11776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2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4CDE3-FC32-6F47-AF71-E569AB57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25E5E-4AF8-5CBF-7A1F-5617CCD3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507"/>
            <a:ext cx="12192000" cy="69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3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78FF-7E35-E8FE-8264-1DBCD44E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B2FF3-43EE-D8F3-6E46-B4AFFC09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202"/>
            <a:ext cx="12192000" cy="689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D2469-E52F-5DEF-37B0-16DE2D38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272"/>
            <a:ext cx="12192000" cy="688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1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8362-4BDD-6546-2FE8-BDBDFFA3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E5D6CA-8148-1AB8-F8AC-082672CA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2936"/>
            <a:ext cx="12192000" cy="69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0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5D5E-D0A2-D964-A415-CFF316C0C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CC1A6-1CB0-6AFF-D80C-577465BE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996"/>
            <a:ext cx="12192000" cy="688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A3E9-FE6A-AC30-A770-80285C89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A4728-9718-FE5F-9392-2BDEDD9D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7"/>
            <a:ext cx="12192000" cy="685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590D-7ADA-15E3-86F9-C8FF3991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19CAAF-30A4-7A1F-2D16-E612CAB08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602"/>
            <a:ext cx="12192000" cy="68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6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8C69-F8D8-B9E6-EF16-1F88A893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93B99-E905-AA0A-1C8D-AB115404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301"/>
            <a:ext cx="12972422" cy="68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3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B73E8-DA41-1D56-DC70-A5A181A7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B7A47-BB2D-34EC-8816-BBD5738A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24"/>
            <a:ext cx="12191999" cy="688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47BC-FF38-6CEF-0D31-5D28FFFB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DDD3C-ACEB-BBA3-3979-AC03BC997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7"/>
            <a:ext cx="12192000" cy="685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1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Santana López</dc:creator>
  <cp:lastModifiedBy>Andrea Santana López</cp:lastModifiedBy>
  <cp:revision>1</cp:revision>
  <dcterms:created xsi:type="dcterms:W3CDTF">2026-01-10T13:22:24Z</dcterms:created>
  <dcterms:modified xsi:type="dcterms:W3CDTF">2026-01-10T13:29:55Z</dcterms:modified>
</cp:coreProperties>
</file>